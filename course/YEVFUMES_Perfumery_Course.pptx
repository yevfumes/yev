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some solvents degrade certain plastics over time — glass is safer for long-term dedicated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source and smell each of these four before the next lesson — they anchor the entire family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as previous slide — pair with a smelling assignment before moving to synthetics.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two material-card slides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eight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 is a great story to tell live — a single material that created an entire olfactory category in the 1990s.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4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6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7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19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0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2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2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4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5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7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18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0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1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3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2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4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5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7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28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0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1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2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3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53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54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55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56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57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58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59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60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61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62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63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64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65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66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67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68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69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70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71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72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73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74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75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76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77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78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79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80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81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82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83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84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85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86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87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188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189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190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191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192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193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194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195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196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197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198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199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00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01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02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03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04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05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06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07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08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09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10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11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12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13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14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15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16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17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18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19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2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2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2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23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2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2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2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27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2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2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3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31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3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3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3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35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36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37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38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39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40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41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42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43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44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45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46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47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48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49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50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51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52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53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54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55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56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57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58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59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60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61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62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6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10" name="bld1_266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11" name="bld2_267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6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14" name="bld2_270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15" name="bld3_271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7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7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18" name="bld3_274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19" name="bld4_275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7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27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22" name="bld4_278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23" name="bld5_279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80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81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26" name="bld5_282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27" name="bld6_283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84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85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30" name="bld6_286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31" name="bld7_287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88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89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4" name="bld7_290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35" name="bld8_291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92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293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38" name="bld8_294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39" name="bld9_295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bld9_296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1" name="bld9_297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42" name="bld9_298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43" name="bld10_299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bld10_300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45" name="bld10_301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6" name="bld10_302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47" name="bld11_303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bld11_304"/>
          <p:cNvSpPr/>
          <p:nvPr/>
        </p:nvSpPr>
        <p:spPr>
          <a:xfrm>
            <a:off x="6397600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49" name="bld11_305"/>
          <p:cNvSpPr txBox="1"/>
          <p:nvPr/>
        </p:nvSpPr>
        <p:spPr>
          <a:xfrm>
            <a:off x="6406744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50" name="bld11_306"/>
          <p:cNvSpPr txBox="1"/>
          <p:nvPr/>
        </p:nvSpPr>
        <p:spPr>
          <a:xfrm>
            <a:off x="6406744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51" name="bld12_307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bld12_308"/>
          <p:cNvSpPr/>
          <p:nvPr/>
        </p:nvSpPr>
        <p:spPr>
          <a:xfrm>
            <a:off x="9235211" y="5190744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53" name="bld12_309"/>
          <p:cNvSpPr txBox="1"/>
          <p:nvPr/>
        </p:nvSpPr>
        <p:spPr>
          <a:xfrm>
            <a:off x="9244355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54" name="bld12_310"/>
          <p:cNvSpPr txBox="1"/>
          <p:nvPr/>
        </p:nvSpPr>
        <p:spPr>
          <a:xfrm>
            <a:off x="9244355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11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12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13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14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15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16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17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18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19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20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21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22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23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24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25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26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27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28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29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30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31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32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33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34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35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36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37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38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39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40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74313" y="4293108"/>
            <a:ext cx="2346789" cy="1209751"/>
          </a:xfrm>
          <a:prstGeom prst="roundRect">
            <a:avLst>
              <a:gd name="adj" fmla="val 4535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31414" y="2075231"/>
            <a:ext cx="1032587" cy="2338852"/>
          </a:xfrm>
          <a:prstGeom prst="roundRect">
            <a:avLst>
              <a:gd name="adj" fmla="val 2657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43136" y="1470355"/>
            <a:ext cx="914" cy="645201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12" name="bld1_34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1_34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14" name="bld1_34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15" name="bld2_34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34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17" name="bld2_34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18" name="bld3_34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3_34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20" name="bld3_34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21" name="bld4_35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4_35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23" name="bld4_35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 — plastic vs. glass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62854" y="1239926"/>
            <a:ext cx="912498" cy="958123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08131" y="2152424"/>
            <a:ext cx="914" cy="2571585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8794672" y="4724010"/>
            <a:ext cx="248863" cy="663635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720063" y="1239926"/>
            <a:ext cx="912498" cy="958123"/>
          </a:xfrm>
          <a:prstGeom prst="ellipse">
            <a:avLst/>
          </a:prstGeom>
          <a:solidFill>
            <a:srgbClr val="C9A354">
              <a:alpha val="85000"/>
            </a:srgbClr>
          </a:solidFill>
          <a:ln w="12700">
            <a:solidFill>
              <a:srgbClr val="C9A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5339" y="2152424"/>
            <a:ext cx="914" cy="2571585"/>
          </a:xfrm>
          <a:prstGeom prst="line">
            <a:avLst/>
          </a:prstGeom>
          <a:noFill/>
          <a:ln w="28575">
            <a:solidFill>
              <a:srgbClr val="C9A3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10051880" y="4724010"/>
            <a:ext cx="248863" cy="663635"/>
          </a:xfrm>
          <a:prstGeom prst="triangle">
            <a:avLst/>
          </a:prstGeom>
          <a:solidFill>
            <a:srgbClr val="C9A354">
              <a:alpha val="8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on hand — they solve different problems.</a:t>
            </a:r>
            <a:endParaRPr lang="en-US" sz="1050" dirty="0"/>
          </a:p>
        </p:txBody>
      </p:sp>
      <p:sp>
        <p:nvSpPr>
          <p:cNvPr id="15" name="bld1_3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3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plastic pipettes</a:t>
            </a:r>
            <a:endParaRPr lang="en-US" sz="1650" dirty="0"/>
          </a:p>
        </p:txBody>
      </p:sp>
      <p:sp>
        <p:nvSpPr>
          <p:cNvPr id="17" name="bld1_35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zero cleanup — ideal for quick transfers and one-time evaluation dips.</a:t>
            </a:r>
            <a:endParaRPr lang="en-US" sz="1250" dirty="0"/>
          </a:p>
        </p:txBody>
      </p:sp>
      <p:sp>
        <p:nvSpPr>
          <p:cNvPr id="18" name="bld2_35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2_35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Pasteur pipettes</a:t>
            </a:r>
            <a:endParaRPr lang="en-US" sz="1650" dirty="0"/>
          </a:p>
        </p:txBody>
      </p:sp>
      <p:sp>
        <p:nvSpPr>
          <p:cNvPr id="20" name="bld2_35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solvent-resistant — better for repeated, precise dosing of the same material.</a:t>
            </a:r>
            <a:endParaRPr lang="en-US" sz="1250" dirty="0"/>
          </a:p>
        </p:txBody>
      </p:sp>
      <p:sp>
        <p:nvSpPr>
          <p:cNvPr id="21" name="bld3_35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3_36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each</a:t>
            </a:r>
            <a:endParaRPr lang="en-US" sz="1650" dirty="0"/>
          </a:p>
        </p:txBody>
      </p:sp>
      <p:sp>
        <p:nvSpPr>
          <p:cNvPr id="23" name="bld3_36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for speed and disposability; glass when you're working with strong solvents or want a permanent tool for one material.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6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36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36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13" name="bld1_365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14" name="bld2_36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36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36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17" name="bld2_369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18" name="bld3_37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37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37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21" name="bld3_373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22" name="bld4_37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7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37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25" name="bld4_377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08203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1919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04634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6005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884481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98197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722620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36336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17" name="bld1_37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37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19" name="bld1_38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20" name="bld2_38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2_38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22" name="bld2_38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23" name="bld3_38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38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25" name="bld3_38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26" name="bld4_38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bld4_38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28" name="bld4_38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7" name="bld1_390"/>
          <p:cNvSpPr/>
          <p:nvPr/>
        </p:nvSpPr>
        <p:spPr>
          <a:xfrm>
            <a:off x="548640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91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392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0" name="bld1_393"/>
          <p:cNvSpPr txBox="1"/>
          <p:nvPr/>
        </p:nvSpPr>
        <p:spPr>
          <a:xfrm>
            <a:off x="731520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11" name="bld2_394"/>
          <p:cNvSpPr/>
          <p:nvPr/>
        </p:nvSpPr>
        <p:spPr>
          <a:xfrm>
            <a:off x="4332122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395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396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14" name="bld2_397"/>
          <p:cNvSpPr txBox="1"/>
          <p:nvPr/>
        </p:nvSpPr>
        <p:spPr>
          <a:xfrm>
            <a:off x="4515002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lab funnels for clean bottle transfers.</a:t>
            </a:r>
            <a:endParaRPr lang="en-US" sz="1080" dirty="0"/>
          </a:p>
        </p:txBody>
      </p:sp>
      <p:sp>
        <p:nvSpPr>
          <p:cNvPr id="15" name="bld3_398"/>
          <p:cNvSpPr/>
          <p:nvPr/>
        </p:nvSpPr>
        <p:spPr>
          <a:xfrm>
            <a:off x="8115605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99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400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18" name="bld3_401"/>
          <p:cNvSpPr txBox="1"/>
          <p:nvPr/>
        </p:nvSpPr>
        <p:spPr>
          <a:xfrm>
            <a:off x="8298485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batches.</a:t>
            </a:r>
            <a:endParaRPr lang="en-US" sz="1080" dirty="0"/>
          </a:p>
        </p:txBody>
      </p:sp>
      <p:sp>
        <p:nvSpPr>
          <p:cNvPr id="19" name="bld4_402"/>
          <p:cNvSpPr/>
          <p:nvPr/>
        </p:nvSpPr>
        <p:spPr>
          <a:xfrm>
            <a:off x="548640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403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404"/>
          <p:cNvSpPr txBox="1"/>
          <p:nvPr/>
        </p:nvSpPr>
        <p:spPr>
          <a:xfrm>
            <a:off x="731520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rods</a:t>
            </a:r>
            <a:endParaRPr lang="en-US" sz="1450" dirty="0"/>
          </a:p>
        </p:txBody>
      </p:sp>
      <p:sp>
        <p:nvSpPr>
          <p:cNvPr id="22" name="bld4_405"/>
          <p:cNvSpPr txBox="1"/>
          <p:nvPr/>
        </p:nvSpPr>
        <p:spPr>
          <a:xfrm>
            <a:off x="731520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stirring without introducing air.</a:t>
            </a:r>
            <a:endParaRPr lang="en-US" sz="1080" dirty="0"/>
          </a:p>
        </p:txBody>
      </p:sp>
      <p:sp>
        <p:nvSpPr>
          <p:cNvPr id="23" name="bld5_406"/>
          <p:cNvSpPr/>
          <p:nvPr/>
        </p:nvSpPr>
        <p:spPr>
          <a:xfrm>
            <a:off x="4332122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407"/>
          <p:cNvSpPr/>
          <p:nvPr/>
        </p:nvSpPr>
        <p:spPr>
          <a:xfrm>
            <a:off x="4505858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5_408"/>
          <p:cNvSpPr txBox="1"/>
          <p:nvPr/>
        </p:nvSpPr>
        <p:spPr>
          <a:xfrm>
            <a:off x="4515002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markers</a:t>
            </a:r>
            <a:endParaRPr lang="en-US" sz="1450" dirty="0"/>
          </a:p>
        </p:txBody>
      </p:sp>
      <p:sp>
        <p:nvSpPr>
          <p:cNvPr id="26" name="bld5_409"/>
          <p:cNvSpPr txBox="1"/>
          <p:nvPr/>
        </p:nvSpPr>
        <p:spPr>
          <a:xfrm>
            <a:off x="4515002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permanent markers — standard ink smears.</a:t>
            </a:r>
            <a:endParaRPr lang="en-US" sz="1080" dirty="0"/>
          </a:p>
        </p:txBody>
      </p:sp>
      <p:sp>
        <p:nvSpPr>
          <p:cNvPr id="27" name="bld6_410"/>
          <p:cNvSpPr/>
          <p:nvPr/>
        </p:nvSpPr>
        <p:spPr>
          <a:xfrm>
            <a:off x="8115605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11"/>
          <p:cNvSpPr/>
          <p:nvPr/>
        </p:nvSpPr>
        <p:spPr>
          <a:xfrm>
            <a:off x="8289341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6_412"/>
          <p:cNvSpPr txBox="1"/>
          <p:nvPr/>
        </p:nvSpPr>
        <p:spPr>
          <a:xfrm>
            <a:off x="8298485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30" name="bld6_413"/>
          <p:cNvSpPr txBox="1"/>
          <p:nvPr/>
        </p:nvSpPr>
        <p:spPr>
          <a:xfrm>
            <a:off x="8298485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31" name="bld7_414"/>
          <p:cNvSpPr/>
          <p:nvPr/>
        </p:nvSpPr>
        <p:spPr>
          <a:xfrm>
            <a:off x="548640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415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3" name="bld7_416"/>
          <p:cNvSpPr txBox="1"/>
          <p:nvPr/>
        </p:nvSpPr>
        <p:spPr>
          <a:xfrm>
            <a:off x="731520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34" name="bld7_417"/>
          <p:cNvSpPr txBox="1"/>
          <p:nvPr/>
        </p:nvSpPr>
        <p:spPr>
          <a:xfrm>
            <a:off x="731520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35" name="bld8_418"/>
          <p:cNvSpPr/>
          <p:nvPr/>
        </p:nvSpPr>
        <p:spPr>
          <a:xfrm>
            <a:off x="4332122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419"/>
          <p:cNvSpPr/>
          <p:nvPr/>
        </p:nvSpPr>
        <p:spPr>
          <a:xfrm>
            <a:off x="4505858" y="5190744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8_420"/>
          <p:cNvSpPr txBox="1"/>
          <p:nvPr/>
        </p:nvSpPr>
        <p:spPr>
          <a:xfrm>
            <a:off x="4515002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boxes</a:t>
            </a:r>
            <a:endParaRPr lang="en-US" sz="1450" dirty="0"/>
          </a:p>
        </p:txBody>
      </p:sp>
      <p:sp>
        <p:nvSpPr>
          <p:cNvPr id="38" name="bld8_421"/>
          <p:cNvSpPr txBox="1"/>
          <p:nvPr/>
        </p:nvSpPr>
        <p:spPr>
          <a:xfrm>
            <a:off x="4515002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39" name="bld9_422"/>
          <p:cNvSpPr/>
          <p:nvPr/>
        </p:nvSpPr>
        <p:spPr>
          <a:xfrm>
            <a:off x="8115605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bld9_423"/>
          <p:cNvSpPr/>
          <p:nvPr/>
        </p:nvSpPr>
        <p:spPr>
          <a:xfrm>
            <a:off x="8289341" y="5190744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1" name="bld9_424"/>
          <p:cNvSpPr txBox="1"/>
          <p:nvPr/>
        </p:nvSpPr>
        <p:spPr>
          <a:xfrm>
            <a:off x="8298485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alcohol</a:t>
            </a:r>
            <a:endParaRPr lang="en-US" sz="1450" dirty="0"/>
          </a:p>
        </p:txBody>
      </p:sp>
      <p:sp>
        <p:nvSpPr>
          <p:cNvPr id="42" name="bld9_425"/>
          <p:cNvSpPr txBox="1"/>
          <p:nvPr/>
        </p:nvSpPr>
        <p:spPr>
          <a:xfrm>
            <a:off x="8298485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rinsing glassware between materials — never skip this step.</a:t>
            </a:r>
            <a:endParaRPr lang="en-US" sz="108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9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2" name="bld1_42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1_42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4" name="bld1_42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5" name="bld2_42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bld2_43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7" name="bld2_43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18" name="bld3_43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3_43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20" name="bld3_43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21" name="bld4_43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2" name="bld4_43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"glass Pasteur pipettes"</a:t>
            </a:r>
            <a:endParaRPr lang="en-US" sz="1650" dirty="0"/>
          </a:p>
        </p:txBody>
      </p:sp>
      <p:sp>
        <p:nvSpPr>
          <p:cNvPr id="23" name="bld4_43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7" name="bld1_438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439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440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bld1_441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+ glass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labels, markers, cleaning alcohol</a:t>
            </a:r>
            <a:endParaRPr lang="en-US" sz="1300" dirty="0"/>
          </a:p>
        </p:txBody>
      </p:sp>
      <p:sp>
        <p:nvSpPr>
          <p:cNvPr id="11" name="bld1_442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443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444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445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446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6" name="bld2_447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 extraction / ventilation hood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cleaner for glassware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fridge for volatile materials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labelling printer</a:t>
            </a:r>
            <a:endParaRPr lang="en-US" sz="1300" dirty="0"/>
          </a:p>
        </p:txBody>
      </p:sp>
      <p:sp>
        <p:nvSpPr>
          <p:cNvPr id="17" name="bld2_448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449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20567" y="3082607"/>
            <a:ext cx="692786" cy="6927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450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451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452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10" name="bld1_453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11" name="bld2_454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455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456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14" name="bld2_457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15" name="bld3_458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459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460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18" name="bld3_461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19" name="bld4_462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463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464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22" name="bld4_465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23" name="bld5_466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467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468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6" name="bld5_469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27" name="bld6_470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71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6_472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0" name="bld6_473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31" name="bld7_474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475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3" name="bld7_476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34" name="bld7_477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35" name="bld8_478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479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7" name="bld8_480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38" name="bld8_481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39" name="bld9_482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bld9_483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41" name="bld9_484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42" name="bld9_485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43" name="bld10_486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bld10_487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45" name="bld10_488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46" name="bld10_489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47" name="bld11_490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bld11_491"/>
          <p:cNvSpPr/>
          <p:nvPr/>
        </p:nvSpPr>
        <p:spPr>
          <a:xfrm>
            <a:off x="6397600" y="5190744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49" name="bld11_492"/>
          <p:cNvSpPr txBox="1"/>
          <p:nvPr/>
        </p:nvSpPr>
        <p:spPr>
          <a:xfrm>
            <a:off x="6406744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50" name="bld11_493"/>
          <p:cNvSpPr txBox="1"/>
          <p:nvPr/>
        </p:nvSpPr>
        <p:spPr>
          <a:xfrm>
            <a:off x="6406744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51" name="bld12_494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bld12_495"/>
          <p:cNvSpPr/>
          <p:nvPr/>
        </p:nvSpPr>
        <p:spPr>
          <a:xfrm>
            <a:off x="9235211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53" name="bld12_496"/>
          <p:cNvSpPr txBox="1"/>
          <p:nvPr/>
        </p:nvSpPr>
        <p:spPr>
          <a:xfrm>
            <a:off x="9244355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54" name="bld12_497"/>
          <p:cNvSpPr txBox="1"/>
          <p:nvPr/>
        </p:nvSpPr>
        <p:spPr>
          <a:xfrm>
            <a:off x="9244355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498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499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500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501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502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503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504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505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506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507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508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509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80091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353952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51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51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1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513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projection.</a:t>
            </a:r>
            <a:endParaRPr lang="en-US" sz="1080" dirty="0"/>
          </a:p>
        </p:txBody>
      </p:sp>
      <p:sp>
        <p:nvSpPr>
          <p:cNvPr id="18" name="bld2_51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51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51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517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space.</a:t>
            </a:r>
            <a:endParaRPr lang="en-US" sz="1080" dirty="0"/>
          </a:p>
        </p:txBody>
      </p:sp>
      <p:sp>
        <p:nvSpPr>
          <p:cNvPr id="22" name="bld3_51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51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52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521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room.</a:t>
            </a:r>
            <a:endParaRPr lang="en-US" sz="1080" dirty="0"/>
          </a:p>
        </p:txBody>
      </p:sp>
      <p:sp>
        <p:nvSpPr>
          <p:cNvPr id="26" name="bld4_52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52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52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525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strength.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2" name="bld1_52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52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4" name="bld1_52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5" name="bld2_52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53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7" name="bld2_53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28" name="bld3_53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53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0" name="bld3_53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bld1_535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3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537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0" name="bld1_538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11" name="bld2_539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540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541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14" name="bld2_542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15" name="bld3_543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544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545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18" name="bld3_546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19" name="bld4_547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548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1" name="bld4_549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22" name="bld4_550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23" name="bld5_551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552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553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26" name="bld5_554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naturals every perfumer learns first</a:t>
            </a:r>
            <a:endParaRPr lang="en-US" sz="3200" dirty="0"/>
          </a:p>
        </p:txBody>
      </p:sp>
      <p:sp>
        <p:nvSpPr>
          <p:cNvPr id="7" name="bld1_555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5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557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10" name="bld1_558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sparkling citrus — the classic opening note.</a:t>
            </a:r>
            <a:endParaRPr lang="en-US" sz="1080" dirty="0"/>
          </a:p>
        </p:txBody>
      </p:sp>
      <p:sp>
        <p:nvSpPr>
          <p:cNvPr id="11" name="bld2_559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560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561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4" name="bld2_562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archetypal floral — honeyed, green, slightly spicy.</a:t>
            </a:r>
            <a:endParaRPr lang="en-US" sz="1080" dirty="0"/>
          </a:p>
        </p:txBody>
      </p:sp>
      <p:sp>
        <p:nvSpPr>
          <p:cNvPr id="15" name="bld3_563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564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565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18" name="bld3_566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 — a foundational woody base.</a:t>
            </a:r>
            <a:endParaRPr lang="en-US" sz="1080" dirty="0"/>
          </a:p>
        </p:txBody>
      </p:sp>
      <p:sp>
        <p:nvSpPr>
          <p:cNvPr id="19" name="bld4_567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568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569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2" name="bld4_570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gourmand — one of the most versatile bases in perfumery.</a:t>
            </a:r>
            <a:endParaRPr lang="en-US" sz="108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foundational naturals</a:t>
            </a:r>
            <a:endParaRPr lang="en-US" sz="3200" dirty="0"/>
          </a:p>
        </p:txBody>
      </p:sp>
      <p:sp>
        <p:nvSpPr>
          <p:cNvPr id="7" name="bld1_57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7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9" name="bld1_57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10" name="bld1_574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 — a modern woody-amber staple.</a:t>
            </a:r>
            <a:endParaRPr lang="en-US" sz="1080" dirty="0"/>
          </a:p>
        </p:txBody>
      </p:sp>
      <p:sp>
        <p:nvSpPr>
          <p:cNvPr id="11" name="bld2_57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57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57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14" name="bld2_578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— a heart-note powerhouse.</a:t>
            </a:r>
            <a:endParaRPr lang="en-US" sz="1080" dirty="0"/>
          </a:p>
        </p:txBody>
      </p:sp>
      <p:sp>
        <p:nvSpPr>
          <p:cNvPr id="15" name="bld3_57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58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7" name="bld3_58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8" name="bld3_582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warm — the backbone of most amber accords.</a:t>
            </a:r>
            <a:endParaRPr lang="en-US" sz="1080" dirty="0"/>
          </a:p>
        </p:txBody>
      </p:sp>
      <p:sp>
        <p:nvSpPr>
          <p:cNvPr id="19" name="bld4_58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58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4_58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2" name="bld4_586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 — soft and structural.</a:t>
            </a:r>
            <a:endParaRPr lang="en-US" sz="108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43266" y="3536397"/>
            <a:ext cx="692292" cy="6922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49702" y="3536397"/>
            <a:ext cx="692292" cy="6922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56138" y="3536397"/>
            <a:ext cx="692292" cy="6922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2" name="bld1_58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1_58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4" name="bld1_58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5" name="bld2_59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bld2_59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7" name="bld2_59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28" name="bld3_59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bld3_59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0" name="bld3_59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1" name="bld4_59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2" name="bld4_59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3" name="bld4_59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major synthetic families</a:t>
            </a:r>
            <a:endParaRPr lang="en-US" sz="3200" dirty="0"/>
          </a:p>
        </p:txBody>
      </p:sp>
      <p:sp>
        <p:nvSpPr>
          <p:cNvPr id="7" name="bld1_599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600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9" name="bld1_601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0" name="bld1_602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1" name="bld2_603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04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05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14" name="bld2_606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15" name="bld3_607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08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7" name="bld3_609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8" name="bld3_610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19" name="bld4_611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612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613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22" name="bld4_614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23" name="bld5_615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616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5_617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materials</a:t>
            </a:r>
            <a:endParaRPr lang="en-US" sz="1450" dirty="0"/>
          </a:p>
        </p:txBody>
      </p:sp>
      <p:sp>
        <p:nvSpPr>
          <p:cNvPr id="26" name="bld5_618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longer-lasting citrus effects</a:t>
            </a:r>
            <a:endParaRPr lang="en-US" sz="1080" dirty="0"/>
          </a:p>
        </p:txBody>
      </p:sp>
      <p:sp>
        <p:nvSpPr>
          <p:cNvPr id="27" name="bld6_619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620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6_621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materials</a:t>
            </a:r>
            <a:endParaRPr lang="en-US" sz="1450" dirty="0"/>
          </a:p>
        </p:txBody>
      </p:sp>
      <p:sp>
        <p:nvSpPr>
          <p:cNvPr id="30" name="bld6_622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31" name="bld7_623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624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3" name="bld7_625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materials</a:t>
            </a:r>
            <a:endParaRPr lang="en-US" sz="1450" dirty="0"/>
          </a:p>
        </p:txBody>
      </p:sp>
      <p:sp>
        <p:nvSpPr>
          <p:cNvPr id="34" name="bld7_626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leafy, sap-like freshness</a:t>
            </a:r>
            <a:endParaRPr lang="en-US" sz="1080" dirty="0"/>
          </a:p>
        </p:txBody>
      </p:sp>
      <p:sp>
        <p:nvSpPr>
          <p:cNvPr id="35" name="bld8_627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628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629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450" dirty="0"/>
          </a:p>
        </p:txBody>
      </p:sp>
      <p:sp>
        <p:nvSpPr>
          <p:cNvPr id="38" name="bld8_630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 lift</a:t>
            </a:r>
            <a:endParaRPr lang="en-US" sz="1080" dirty="0"/>
          </a:p>
        </p:txBody>
      </p:sp>
      <p:sp>
        <p:nvSpPr>
          <p:cNvPr id="39" name="bld9_631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bld9_632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41" name="bld9_633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materials</a:t>
            </a:r>
            <a:endParaRPr lang="en-US" sz="1450" dirty="0"/>
          </a:p>
        </p:txBody>
      </p:sp>
      <p:sp>
        <p:nvSpPr>
          <p:cNvPr id="42" name="bld9_634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marine, watery freshness</a:t>
            </a:r>
            <a:endParaRPr lang="en-US" sz="1080" dirty="0"/>
          </a:p>
        </p:txBody>
      </p:sp>
      <p:sp>
        <p:nvSpPr>
          <p:cNvPr id="43" name="bld10_635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bld10_636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5" name="bld10_637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materials</a:t>
            </a:r>
            <a:endParaRPr lang="en-US" sz="1450" dirty="0"/>
          </a:p>
        </p:txBody>
      </p:sp>
      <p:sp>
        <p:nvSpPr>
          <p:cNvPr id="46" name="bld10_638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bld1_639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64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9" name="bld1_641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0" name="bld1_642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 — used almost everywhere, at almost any dose.</a:t>
            </a:r>
            <a:endParaRPr lang="en-US" sz="1080" dirty="0"/>
          </a:p>
        </p:txBody>
      </p:sp>
      <p:sp>
        <p:nvSpPr>
          <p:cNvPr id="11" name="bld2_643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44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645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4" name="bld2_646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 that opens up space in a formula.</a:t>
            </a:r>
            <a:endParaRPr lang="en-US" sz="1080" dirty="0"/>
          </a:p>
        </p:txBody>
      </p:sp>
      <p:sp>
        <p:nvSpPr>
          <p:cNvPr id="15" name="bld3_647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48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3_649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 / Ambrofix</a:t>
            </a:r>
            <a:endParaRPr lang="en-US" sz="1450" dirty="0"/>
          </a:p>
        </p:txBody>
      </p:sp>
      <p:sp>
        <p:nvSpPr>
          <p:cNvPr id="18" name="bld3_650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— modern perfumery's signature warmth.</a:t>
            </a:r>
            <a:endParaRPr lang="en-US" sz="1080" dirty="0"/>
          </a:p>
        </p:txBody>
      </p:sp>
      <p:sp>
        <p:nvSpPr>
          <p:cNvPr id="19" name="bld4_651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652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653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22" name="bld4_654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 — warm, sweet, endlessly versatile.</a:t>
            </a:r>
            <a:endParaRPr lang="en-US" sz="1080" dirty="0"/>
          </a:p>
        </p:txBody>
      </p:sp>
      <p:sp>
        <p:nvSpPr>
          <p:cNvPr id="23" name="bld5_655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65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657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26" name="bld5_658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 — a gourmand and fougère cornerstone.</a:t>
            </a:r>
            <a:endParaRPr lang="en-US" sz="1080" dirty="0"/>
          </a:p>
        </p:txBody>
      </p:sp>
      <p:sp>
        <p:nvSpPr>
          <p:cNvPr id="27" name="bld6_659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660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661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30" name="bld6_662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 — cosy and enveloping.</a:t>
            </a:r>
            <a:endParaRPr lang="en-US" sz="1080" dirty="0"/>
          </a:p>
        </p:txBody>
      </p:sp>
      <p:sp>
        <p:nvSpPr>
          <p:cNvPr id="31" name="bld7_663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664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3" name="bld7_665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34" name="bld7_666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 — the defining "fresh clean" smell of modern products.</a:t>
            </a:r>
            <a:endParaRPr lang="en-US" sz="1080" dirty="0"/>
          </a:p>
        </p:txBody>
      </p:sp>
      <p:sp>
        <p:nvSpPr>
          <p:cNvPr id="35" name="bld8_667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668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7" name="bld8_669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38" name="bld8_670"/>
          <p:cNvSpPr txBox="1"/>
          <p:nvPr/>
        </p:nvSpPr>
        <p:spPr>
          <a:xfrm>
            <a:off x="9244355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 — the gourmand trend's key material.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 worth knowing by heart</a:t>
            </a:r>
            <a:endParaRPr lang="en-US" sz="3200" dirty="0"/>
          </a:p>
        </p:txBody>
      </p:sp>
      <p:sp>
        <p:nvSpPr>
          <p:cNvPr id="7" name="bld1_67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67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9" name="bld1_67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0" name="bld1_674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big, soft musk with real diffusion and volume.</a:t>
            </a:r>
            <a:endParaRPr lang="en-US" sz="1080" dirty="0"/>
          </a:p>
        </p:txBody>
      </p:sp>
      <p:sp>
        <p:nvSpPr>
          <p:cNvPr id="11" name="bld2_67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7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3" name="bld2_67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14" name="bld2_678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Fruity-musky, natural-feeling animalic warmth.</a:t>
            </a:r>
            <a:endParaRPr lang="en-US" sz="1080" dirty="0"/>
          </a:p>
        </p:txBody>
      </p:sp>
      <p:sp>
        <p:nvSpPr>
          <p:cNvPr id="15" name="bld3_67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8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8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18" name="bld3_682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 — occurs in lavender, also made synthetically.</a:t>
            </a:r>
            <a:endParaRPr lang="en-US" sz="1080" dirty="0"/>
          </a:p>
        </p:txBody>
      </p:sp>
      <p:sp>
        <p:nvSpPr>
          <p:cNvPr id="19" name="bld4_68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68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68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22" name="bld4_686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 freshness.</a:t>
            </a:r>
            <a:endParaRPr lang="en-US" sz="1080" dirty="0"/>
          </a:p>
        </p:txBody>
      </p:sp>
      <p:sp>
        <p:nvSpPr>
          <p:cNvPr id="23" name="bld5_68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68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5_68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6" name="bld5_690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 — the backbone of the 90s "fresh" trend.</a:t>
            </a:r>
            <a:endParaRPr lang="en-US" sz="1080" dirty="0"/>
          </a:p>
        </p:txBody>
      </p:sp>
      <p:sp>
        <p:nvSpPr>
          <p:cNvPr id="27" name="bld6_69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69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69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450" dirty="0"/>
          </a:p>
        </p:txBody>
      </p:sp>
      <p:sp>
        <p:nvSpPr>
          <p:cNvPr id="30" name="bld6_694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 — the material that invented the aquatic family.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695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696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697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698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699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700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701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702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703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704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705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706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707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708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709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710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711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712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713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714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715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716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717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718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719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72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bld1_72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72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0" name="bld1_723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1" name="bld2_72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2" name="bld2_72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3" name="bld2_72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4" name="bld2_727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15" name="bld3_72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6" name="bld3_72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3_73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18" name="bld3_731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19" name="bld4_73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bld4_73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1" name="bld4_73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2" name="bld4_735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23" name="bld5_73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4" name="bld5_73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73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6" name="bld5_739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27" name="bld6_74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8" name="bld6_74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6_74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30" name="bld6_743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744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745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746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747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748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749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750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751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752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753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754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755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756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757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758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759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760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761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762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763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764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765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766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767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768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769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770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771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772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773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774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775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776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777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778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779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780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781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782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783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784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785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786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787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788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789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790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791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792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793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794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795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796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797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798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799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800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801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802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803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804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805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806"/>
          <p:cNvSpPr/>
          <p:nvPr/>
        </p:nvSpPr>
        <p:spPr>
          <a:xfrm>
            <a:off x="548640" y="1922435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80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9" name="bld1_808"/>
          <p:cNvSpPr txBox="1"/>
          <p:nvPr/>
        </p:nvSpPr>
        <p:spPr>
          <a:xfrm>
            <a:off x="731520" y="2379635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0" name="bld1_809"/>
          <p:cNvSpPr txBox="1"/>
          <p:nvPr/>
        </p:nvSpPr>
        <p:spPr>
          <a:xfrm>
            <a:off x="731520" y="2708819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1" name="bld2_810"/>
          <p:cNvSpPr/>
          <p:nvPr/>
        </p:nvSpPr>
        <p:spPr>
          <a:xfrm>
            <a:off x="2818729" y="1922435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811"/>
          <p:cNvSpPr/>
          <p:nvPr/>
        </p:nvSpPr>
        <p:spPr>
          <a:xfrm>
            <a:off x="2992465" y="2096171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3" name="bld2_812"/>
          <p:cNvSpPr txBox="1"/>
          <p:nvPr/>
        </p:nvSpPr>
        <p:spPr>
          <a:xfrm>
            <a:off x="3001609" y="2379635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4" name="bld2_813"/>
          <p:cNvSpPr txBox="1"/>
          <p:nvPr/>
        </p:nvSpPr>
        <p:spPr>
          <a:xfrm>
            <a:off x="3001609" y="2708819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15" name="bld3_814"/>
          <p:cNvSpPr/>
          <p:nvPr/>
        </p:nvSpPr>
        <p:spPr>
          <a:xfrm>
            <a:off x="5088819" y="1922435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815"/>
          <p:cNvSpPr/>
          <p:nvPr/>
        </p:nvSpPr>
        <p:spPr>
          <a:xfrm>
            <a:off x="5262555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3_816"/>
          <p:cNvSpPr txBox="1"/>
          <p:nvPr/>
        </p:nvSpPr>
        <p:spPr>
          <a:xfrm>
            <a:off x="5271699" y="2379635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18" name="bld3_817"/>
          <p:cNvSpPr txBox="1"/>
          <p:nvPr/>
        </p:nvSpPr>
        <p:spPr>
          <a:xfrm>
            <a:off x="5271699" y="2708819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19" name="bld4_818"/>
          <p:cNvSpPr/>
          <p:nvPr/>
        </p:nvSpPr>
        <p:spPr>
          <a:xfrm>
            <a:off x="7358908" y="1922435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819"/>
          <p:cNvSpPr/>
          <p:nvPr/>
        </p:nvSpPr>
        <p:spPr>
          <a:xfrm>
            <a:off x="7532644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820"/>
          <p:cNvSpPr txBox="1"/>
          <p:nvPr/>
        </p:nvSpPr>
        <p:spPr>
          <a:xfrm>
            <a:off x="7541788" y="2379635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22" name="bld4_821"/>
          <p:cNvSpPr txBox="1"/>
          <p:nvPr/>
        </p:nvSpPr>
        <p:spPr>
          <a:xfrm>
            <a:off x="7541788" y="2708819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23" name="bld5_822"/>
          <p:cNvSpPr/>
          <p:nvPr/>
        </p:nvSpPr>
        <p:spPr>
          <a:xfrm>
            <a:off x="9628998" y="1922435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823"/>
          <p:cNvSpPr/>
          <p:nvPr/>
        </p:nvSpPr>
        <p:spPr>
          <a:xfrm>
            <a:off x="9802734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5_824"/>
          <p:cNvSpPr txBox="1"/>
          <p:nvPr/>
        </p:nvSpPr>
        <p:spPr>
          <a:xfrm>
            <a:off x="9811878" y="2379635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6" name="bld5_825"/>
          <p:cNvSpPr txBox="1"/>
          <p:nvPr/>
        </p:nvSpPr>
        <p:spPr>
          <a:xfrm>
            <a:off x="9811878" y="2708819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27" name="bld6_826"/>
          <p:cNvSpPr/>
          <p:nvPr/>
        </p:nvSpPr>
        <p:spPr>
          <a:xfrm>
            <a:off x="548640" y="3961547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827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6_828"/>
          <p:cNvSpPr txBox="1"/>
          <p:nvPr/>
        </p:nvSpPr>
        <p:spPr>
          <a:xfrm>
            <a:off x="731520" y="4418747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30" name="bld6_829"/>
          <p:cNvSpPr txBox="1"/>
          <p:nvPr/>
        </p:nvSpPr>
        <p:spPr>
          <a:xfrm>
            <a:off x="731520" y="4747931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31" name="bld7_830"/>
          <p:cNvSpPr/>
          <p:nvPr/>
        </p:nvSpPr>
        <p:spPr>
          <a:xfrm>
            <a:off x="2818729" y="3961547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831"/>
          <p:cNvSpPr/>
          <p:nvPr/>
        </p:nvSpPr>
        <p:spPr>
          <a:xfrm>
            <a:off x="2992465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3" name="bld7_832"/>
          <p:cNvSpPr txBox="1"/>
          <p:nvPr/>
        </p:nvSpPr>
        <p:spPr>
          <a:xfrm>
            <a:off x="3001609" y="4418747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34" name="bld7_833"/>
          <p:cNvSpPr txBox="1"/>
          <p:nvPr/>
        </p:nvSpPr>
        <p:spPr>
          <a:xfrm>
            <a:off x="3001609" y="4747931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35" name="bld8_834"/>
          <p:cNvSpPr/>
          <p:nvPr/>
        </p:nvSpPr>
        <p:spPr>
          <a:xfrm>
            <a:off x="5088819" y="3961547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835"/>
          <p:cNvSpPr/>
          <p:nvPr/>
        </p:nvSpPr>
        <p:spPr>
          <a:xfrm>
            <a:off x="5262555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836"/>
          <p:cNvSpPr txBox="1"/>
          <p:nvPr/>
        </p:nvSpPr>
        <p:spPr>
          <a:xfrm>
            <a:off x="5271699" y="4418747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38" name="bld8_837"/>
          <p:cNvSpPr txBox="1"/>
          <p:nvPr/>
        </p:nvSpPr>
        <p:spPr>
          <a:xfrm>
            <a:off x="5271699" y="4747931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39" name="bld9_838"/>
          <p:cNvSpPr/>
          <p:nvPr/>
        </p:nvSpPr>
        <p:spPr>
          <a:xfrm>
            <a:off x="7358908" y="3961547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bld9_839"/>
          <p:cNvSpPr/>
          <p:nvPr/>
        </p:nvSpPr>
        <p:spPr>
          <a:xfrm>
            <a:off x="7532644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1" name="bld9_840"/>
          <p:cNvSpPr txBox="1"/>
          <p:nvPr/>
        </p:nvSpPr>
        <p:spPr>
          <a:xfrm>
            <a:off x="7541788" y="4418747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42" name="bld9_841"/>
          <p:cNvSpPr txBox="1"/>
          <p:nvPr/>
        </p:nvSpPr>
        <p:spPr>
          <a:xfrm>
            <a:off x="7541788" y="4747931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43" name="bld10_842"/>
          <p:cNvSpPr/>
          <p:nvPr/>
        </p:nvSpPr>
        <p:spPr>
          <a:xfrm>
            <a:off x="9628998" y="3961547"/>
            <a:ext cx="2014057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bld10_843"/>
          <p:cNvSpPr/>
          <p:nvPr/>
        </p:nvSpPr>
        <p:spPr>
          <a:xfrm>
            <a:off x="9802734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45" name="bld10_844"/>
          <p:cNvSpPr txBox="1"/>
          <p:nvPr/>
        </p:nvSpPr>
        <p:spPr>
          <a:xfrm>
            <a:off x="9811878" y="4418747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46" name="bld10_845"/>
          <p:cNvSpPr txBox="1"/>
          <p:nvPr/>
        </p:nvSpPr>
        <p:spPr>
          <a:xfrm>
            <a:off x="9811878" y="4747931"/>
            <a:ext cx="16482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4" name="bld1_84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1_84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6" name="bld1_84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7" name="bld2_84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2_85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19" name="bld2_85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0" name="bld3_85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85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2" name="bld3_85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855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856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857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858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859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860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861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862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863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864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865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866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9" name="bld2_867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868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869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870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871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872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873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874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875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876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87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878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879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880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881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882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883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884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885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886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887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888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88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890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891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892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893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894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895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896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897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898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899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900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90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902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903"/>
          <p:cNvSpPr txBox="1"/>
          <p:nvPr/>
        </p:nvSpPr>
        <p:spPr>
          <a:xfrm>
            <a:off x="731520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904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905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906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907"/>
          <p:cNvSpPr txBox="1"/>
          <p:nvPr/>
        </p:nvSpPr>
        <p:spPr>
          <a:xfrm>
            <a:off x="300160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908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909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910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911"/>
          <p:cNvSpPr txBox="1"/>
          <p:nvPr/>
        </p:nvSpPr>
        <p:spPr>
          <a:xfrm>
            <a:off x="527169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912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913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914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915"/>
          <p:cNvSpPr txBox="1"/>
          <p:nvPr/>
        </p:nvSpPr>
        <p:spPr>
          <a:xfrm>
            <a:off x="754178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916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917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918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919"/>
          <p:cNvSpPr txBox="1"/>
          <p:nvPr/>
        </p:nvSpPr>
        <p:spPr>
          <a:xfrm>
            <a:off x="981187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2" name="bld1_92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92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4" name="bld1_92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5" name="bld2_92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92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7" name="bld2_92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18" name="bld3_92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3_92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0" name="bld3_92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929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30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931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932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the solid material precisely on the scale.</a:t>
            </a:r>
            <a:endParaRPr lang="en-US" sz="1000" dirty="0"/>
          </a:p>
        </p:txBody>
      </p:sp>
      <p:sp>
        <p:nvSpPr>
          <p:cNvPr id="11" name="bld1_933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934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935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936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50" dirty="0"/>
          </a:p>
        </p:txBody>
      </p:sp>
      <p:sp>
        <p:nvSpPr>
          <p:cNvPr id="15" name="bld2_937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calculated weight of solvent to the same container.</a:t>
            </a:r>
            <a:endParaRPr lang="en-US" sz="1000" dirty="0"/>
          </a:p>
        </p:txBody>
      </p:sp>
      <p:sp>
        <p:nvSpPr>
          <p:cNvPr id="16" name="bld2_938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939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940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941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50" dirty="0"/>
          </a:p>
        </p:txBody>
      </p:sp>
      <p:sp>
        <p:nvSpPr>
          <p:cNvPr id="20" name="bld3_942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needed, warm gently to help the solid dissolve fully.</a:t>
            </a:r>
            <a:endParaRPr lang="en-US" sz="1000" dirty="0"/>
          </a:p>
        </p:txBody>
      </p:sp>
      <p:sp>
        <p:nvSpPr>
          <p:cNvPr id="21" name="bld3_943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944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945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946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25" name="bld4_947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 with a glass rod until completely dissolved.</a:t>
            </a:r>
            <a:endParaRPr lang="en-US" sz="1000" dirty="0"/>
          </a:p>
        </p:txBody>
      </p:sp>
      <p:sp>
        <p:nvSpPr>
          <p:cNvPr id="26" name="bld4_948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949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950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951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50" dirty="0"/>
          </a:p>
        </p:txBody>
      </p:sp>
      <p:sp>
        <p:nvSpPr>
          <p:cNvPr id="30" name="bld5_952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material, dilution %, solvent and date immediately.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953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95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955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956"/>
          <p:cNvSpPr txBox="1"/>
          <p:nvPr/>
        </p:nvSpPr>
        <p:spPr>
          <a:xfrm>
            <a:off x="731520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957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958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959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960"/>
          <p:cNvSpPr txBox="1"/>
          <p:nvPr/>
        </p:nvSpPr>
        <p:spPr>
          <a:xfrm>
            <a:off x="4515002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961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962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963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964"/>
          <p:cNvSpPr txBox="1"/>
          <p:nvPr/>
        </p:nvSpPr>
        <p:spPr>
          <a:xfrm>
            <a:off x="8298485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965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966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967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968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969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970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971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972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973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974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975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976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977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978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979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980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981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982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983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984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985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986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987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988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989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9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91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992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993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94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5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996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997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998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999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1000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1001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02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003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1004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1005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0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007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1008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1009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010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011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012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1013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014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015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1016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1017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018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1019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1020"/>
          <p:cNvSpPr txBox="1"/>
          <p:nvPr/>
        </p:nvSpPr>
        <p:spPr>
          <a:xfrm>
            <a:off x="9244355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5" name="bld1_102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1_102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7" name="bld1_102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18" name="bld2_102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2_102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0" name="bld2_102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1" name="bld3_102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3_102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3" name="bld3_102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1030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3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032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1033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1034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035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036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1037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1038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39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40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1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1042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43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044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1045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1046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047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048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1049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1050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051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052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1053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1054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055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056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1057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86208" y="2591429"/>
            <a:ext cx="522999" cy="52299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5" name="bld1_105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105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7" name="bld1_106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18" name="bld2_106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2_106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0" name="bld2_106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1" name="bld3_106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3_106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3" name="bld3_106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106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6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106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0" name="bld1_1070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1" name="bld2_107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07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07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4" name="bld2_1074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15" name="bld3_107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7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3_107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18" name="bld3_1078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19" name="bld4_107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8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21" name="bld4_108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22" name="bld4_1082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23" name="bld5_108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08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5_108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6" name="bld5_1086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27" name="bld6_108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08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bld6_108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30" name="bld6_1090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bld1_109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9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09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450" dirty="0"/>
          </a:p>
        </p:txBody>
      </p:sp>
      <p:sp>
        <p:nvSpPr>
          <p:cNvPr id="10" name="bld1_1094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sugary, ripe quality.</a:t>
            </a:r>
            <a:endParaRPr lang="en-US" sz="1080" dirty="0"/>
          </a:p>
        </p:txBody>
      </p:sp>
      <p:sp>
        <p:nvSpPr>
          <p:cNvPr id="11" name="bld2_109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09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109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450" dirty="0"/>
          </a:p>
        </p:txBody>
      </p:sp>
      <p:sp>
        <p:nvSpPr>
          <p:cNvPr id="14" name="bld2_1098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unripe, stem-and-skin edge.</a:t>
            </a:r>
            <a:endParaRPr lang="en-US" sz="1080" dirty="0"/>
          </a:p>
        </p:txBody>
      </p:sp>
      <p:sp>
        <p:nvSpPr>
          <p:cNvPr id="15" name="bld3_109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10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110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450" dirty="0"/>
          </a:p>
        </p:txBody>
      </p:sp>
      <p:sp>
        <p:nvSpPr>
          <p:cNvPr id="18" name="bld3_1102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wet, fresh-cut sensation.</a:t>
            </a:r>
            <a:endParaRPr lang="en-US" sz="1080" dirty="0"/>
          </a:p>
        </p:txBody>
      </p:sp>
      <p:sp>
        <p:nvSpPr>
          <p:cNvPr id="19" name="bld4_110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10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10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450" dirty="0"/>
          </a:p>
        </p:txBody>
      </p:sp>
      <p:sp>
        <p:nvSpPr>
          <p:cNvPr id="22" name="bld4_1106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broad, rounded fruit body.</a:t>
            </a:r>
            <a:endParaRPr lang="en-US" sz="1080" dirty="0"/>
          </a:p>
        </p:txBody>
      </p:sp>
      <p:sp>
        <p:nvSpPr>
          <p:cNvPr id="23" name="bld5_110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0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450" dirty="0"/>
          </a:p>
        </p:txBody>
      </p:sp>
      <p:sp>
        <p:nvSpPr>
          <p:cNvPr id="26" name="bld5_1110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bright, crisp lift.</a:t>
            </a:r>
            <a:endParaRPr lang="en-US" sz="1080" dirty="0"/>
          </a:p>
        </p:txBody>
      </p:sp>
      <p:sp>
        <p:nvSpPr>
          <p:cNvPr id="27" name="bld6_111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1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1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450" dirty="0"/>
          </a:p>
        </p:txBody>
      </p:sp>
      <p:sp>
        <p:nvSpPr>
          <p:cNvPr id="30" name="bld6_1114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waxy, slightly bitter outer note.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18" name="bld1_111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1_111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0" name="bld1_111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1" name="bld2_111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2" name="bld2_111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3" name="bld2_112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4" name="bld3_112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3_112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6" name="bld3_112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7" name="bld4_112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112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29" name="bld4_112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1" name="bld1_112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12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3" name="bld1_112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4" name="bld2_113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5" name="bld2_113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6" name="bld2_113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7" name="bld3_113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3_113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19" name="bld3_113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13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13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13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1139"/>
          <p:cNvSpPr txBox="1"/>
          <p:nvPr/>
        </p:nvSpPr>
        <p:spPr>
          <a:xfrm>
            <a:off x="731520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114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14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14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1143"/>
          <p:cNvSpPr txBox="1"/>
          <p:nvPr/>
        </p:nvSpPr>
        <p:spPr>
          <a:xfrm>
            <a:off x="300160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114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14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14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1147"/>
          <p:cNvSpPr txBox="1"/>
          <p:nvPr/>
        </p:nvSpPr>
        <p:spPr>
          <a:xfrm>
            <a:off x="527169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114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14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115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1151"/>
          <p:cNvSpPr txBox="1"/>
          <p:nvPr/>
        </p:nvSpPr>
        <p:spPr>
          <a:xfrm>
            <a:off x="754178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115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115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115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1155"/>
          <p:cNvSpPr txBox="1"/>
          <p:nvPr/>
        </p:nvSpPr>
        <p:spPr>
          <a:xfrm>
            <a:off x="981187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1156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57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158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1159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1160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161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162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163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1164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1165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166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167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168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1169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1170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171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172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173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1174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1175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176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177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178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1179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118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8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1183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118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18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18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1187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118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18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19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1191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119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19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19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1195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119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9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9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1199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120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20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20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1203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0" name="bld1_120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1_120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2" name="bld1_120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3" name="bld2_120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2_120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5" name="bld2_120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6" name="bld3_121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7" name="bld3_121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28" name="bld3_121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1213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21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215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1216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1217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218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219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220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1221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122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223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22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225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1226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1227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228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229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230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1231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Shape 9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3" name="bld1_123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4" name="bld1_123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5" name="bld1_123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6" name="bld2_123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123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18" name="bld2_123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19" name="bld3_123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23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1" name="bld3_124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1" name="bld1_124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bld1_124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3" name="bld1_124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4" name="bld2_124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2_124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6" name="bld2_124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7" name="bld3_124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3_124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19" name="bld3_124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1250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1251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1252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1253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1254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1255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1256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1257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1258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1259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1260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1261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1262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1263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1264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1265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1266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1267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1268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1269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1270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1271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1272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1273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1274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1275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1276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1277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1278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1279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1280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1281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1282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1283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1284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1285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1286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1287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1288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1289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1290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1291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1292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1293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1294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1295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1296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1297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1298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1299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1300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1301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1302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1303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1304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1305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1306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1307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1308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1309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1310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1311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1312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1313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1314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1315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1316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1317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1318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1319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1320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1321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1322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323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1324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1325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1326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1327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1328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1329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1330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1331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1332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1333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1334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1335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1336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1337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1338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1339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5" name="bld1_134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134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7" name="bld1_134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18" name="bld2_134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134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0" name="bld2_134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1" name="bld3_134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3_134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3" name="bld3_134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349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1350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1351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1352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1353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354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1355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1356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1357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1358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1359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1360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1361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62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1363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1364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1365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366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1367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1368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1369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1370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1371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1372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137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37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37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1376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137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37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37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1380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138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38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138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1384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138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8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38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1388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138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9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139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1392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139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9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1396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1397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39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399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1400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1401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402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403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404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1405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1406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407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408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409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1410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1411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412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413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414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1415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1416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417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418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419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1420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1421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1422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1423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1424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1425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142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42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42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142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43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43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1432"/>
          <p:cNvSpPr txBox="1"/>
          <p:nvPr/>
        </p:nvSpPr>
        <p:spPr>
          <a:xfrm>
            <a:off x="731520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143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43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143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1436"/>
          <p:cNvSpPr txBox="1"/>
          <p:nvPr/>
        </p:nvSpPr>
        <p:spPr>
          <a:xfrm>
            <a:off x="4515002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143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43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43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1440"/>
          <p:cNvSpPr txBox="1"/>
          <p:nvPr/>
        </p:nvSpPr>
        <p:spPr>
          <a:xfrm>
            <a:off x="8298485" y="3117190"/>
            <a:ext cx="31616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1441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1442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1443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1444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1445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1446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2" name="bld1_144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144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4" name="bld1_144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5" name="bld2_145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45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7" name="bld2_145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18" name="bld3_145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3_145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0" name="bld3_145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1" name="bld4_145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4_145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3" name="bld4_145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2" name="bld1_145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46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4" name="bld1_1461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5" name="bld2_1462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1463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7" name="bld2_1464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28" name="bld3_1465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3_1466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0" name="bld3_1467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1" name="bld4_1468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1469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3" name="bld4_1470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1471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472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473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1474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1475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476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477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478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1479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1480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481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482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483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1484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1485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486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487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488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1489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1490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491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492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493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1494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1495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1496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1497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1498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1499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1500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1501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1502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1503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1504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150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50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50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1508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150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51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51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1512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151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51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51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1516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151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51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51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1520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152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52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52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1524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152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52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52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1528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152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53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153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1532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1533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534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1535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1536"/>
          <p:cNvSpPr txBox="1"/>
          <p:nvPr/>
        </p:nvSpPr>
        <p:spPr>
          <a:xfrm>
            <a:off x="9244355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2" name="bld1_153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bld1_153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4" name="bld1_153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5" name="bld2_154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bld2_154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7" name="bld2_154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28" name="bld3_154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9" name="bld3_154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0" name="bld3_154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546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1547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1548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1549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1550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1551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1552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1553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1554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1555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1556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1557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1558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1559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1560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1561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156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156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1564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1565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156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56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56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1569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1570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571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1572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573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1574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1575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1576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1577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578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1579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1580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1581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1582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1583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84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585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586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3" name="bld1_1587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14" name="bld2_1588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89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1590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17" name="bld2_1591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18" name="bld3_1592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93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20" name="bld3_1594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21" name="bld3_1595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22" name="bld4_1596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597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1598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25" name="bld4_1599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1" name="bld1_16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bld1_16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3" name="bld1_160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4" name="bld2_160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5" name="bld2_160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6" name="bld2_160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7" name="bld3_160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3_160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19" name="bld3_160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0" name="bld4_160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161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2" name="bld4_161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1612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61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614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0" name="bld1_1615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1" name="bld2_1616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617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618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14" name="bld2_1619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15" name="bld3_1620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621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622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18" name="bld3_1623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19" name="bld4_1624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62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626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22" name="bld4_1627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23" name="bld5_1628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629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630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26" name="bld5_1631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27" name="bld6_1632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633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29" name="bld6_1634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30" name="bld6_1635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308000" y="2728435"/>
            <a:ext cx="479416" cy="4794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5" name="bld1_163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1_163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7" name="bld1_163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18" name="bld2_163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2_164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0" name="bld2_164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1" name="bld3_164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3_164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3" name="bld3_164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645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64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647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3" name="bld1_1648"/>
          <p:cNvSpPr txBox="1"/>
          <p:nvPr/>
        </p:nvSpPr>
        <p:spPr>
          <a:xfrm>
            <a:off x="731520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4" name="bld2_1649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650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1651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17" name="bld2_1652"/>
          <p:cNvSpPr txBox="1"/>
          <p:nvPr/>
        </p:nvSpPr>
        <p:spPr>
          <a:xfrm>
            <a:off x="300160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18" name="bld3_1653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54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20" name="bld3_1655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1" name="bld3_1656"/>
          <p:cNvSpPr txBox="1"/>
          <p:nvPr/>
        </p:nvSpPr>
        <p:spPr>
          <a:xfrm>
            <a:off x="527169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2" name="bld4_1657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658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1659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25" name="bld4_1660"/>
          <p:cNvSpPr txBox="1"/>
          <p:nvPr/>
        </p:nvSpPr>
        <p:spPr>
          <a:xfrm>
            <a:off x="754178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26" name="bld5_1661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1662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1663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29" name="bld5_1664"/>
          <p:cNvSpPr txBox="1"/>
          <p:nvPr/>
        </p:nvSpPr>
        <p:spPr>
          <a:xfrm>
            <a:off x="981187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1665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666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667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1668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66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670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24" name="bld1_1671"/>
          <p:cNvSpPr txBox="1"/>
          <p:nvPr/>
        </p:nvSpPr>
        <p:spPr>
          <a:xfrm>
            <a:off x="731520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25" name="bld2_1672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673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1674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28" name="bld2_1675"/>
          <p:cNvSpPr txBox="1"/>
          <p:nvPr/>
        </p:nvSpPr>
        <p:spPr>
          <a:xfrm>
            <a:off x="300160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29" name="bld3_1676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677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678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32" name="bld3_1679"/>
          <p:cNvSpPr txBox="1"/>
          <p:nvPr/>
        </p:nvSpPr>
        <p:spPr>
          <a:xfrm>
            <a:off x="527169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33" name="bld4_1680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681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682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36" name="bld4_1683"/>
          <p:cNvSpPr txBox="1"/>
          <p:nvPr/>
        </p:nvSpPr>
        <p:spPr>
          <a:xfrm>
            <a:off x="754178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37" name="bld5_1684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685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9" name="bld5_1686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40" name="bld5_1687"/>
          <p:cNvSpPr txBox="1"/>
          <p:nvPr/>
        </p:nvSpPr>
        <p:spPr>
          <a:xfrm>
            <a:off x="981187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1688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689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690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1691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composition.</a:t>
            </a:r>
            <a:endParaRPr lang="en-US" sz="1000" dirty="0"/>
          </a:p>
        </p:txBody>
      </p:sp>
      <p:sp>
        <p:nvSpPr>
          <p:cNvPr id="11" name="bld1_1692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693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694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695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50" dirty="0"/>
          </a:p>
        </p:txBody>
      </p:sp>
      <p:sp>
        <p:nvSpPr>
          <p:cNvPr id="15" name="bld2_1696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met.</a:t>
            </a:r>
            <a:endParaRPr lang="en-US" sz="1000" dirty="0"/>
          </a:p>
        </p:txBody>
      </p:sp>
      <p:sp>
        <p:nvSpPr>
          <p:cNvPr id="16" name="bld2_1697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698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699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700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50" dirty="0"/>
          </a:p>
        </p:txBody>
      </p:sp>
      <p:sp>
        <p:nvSpPr>
          <p:cNvPr id="20" name="bld3_1701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SDS.</a:t>
            </a:r>
            <a:endParaRPr lang="en-US" sz="1000" dirty="0"/>
          </a:p>
        </p:txBody>
      </p:sp>
      <p:sp>
        <p:nvSpPr>
          <p:cNvPr id="21" name="bld3_170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703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70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705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50" dirty="0"/>
          </a:p>
        </p:txBody>
      </p:sp>
      <p:sp>
        <p:nvSpPr>
          <p:cNvPr id="25" name="bld4_1706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required.</a:t>
            </a:r>
            <a:endParaRPr lang="en-US" sz="1000" dirty="0"/>
          </a:p>
        </p:txBody>
      </p:sp>
      <p:sp>
        <p:nvSpPr>
          <p:cNvPr id="26" name="bld4_1707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708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709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710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50" dirty="0"/>
          </a:p>
        </p:txBody>
      </p:sp>
      <p:sp>
        <p:nvSpPr>
          <p:cNvPr id="30" name="bld5_1711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rules.</a:t>
            </a:r>
            <a:endParaRPr lang="en-US" sz="1000" dirty="0"/>
          </a:p>
        </p:txBody>
      </p:sp>
      <p:sp>
        <p:nvSpPr>
          <p:cNvPr id="31" name="bld5_1712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1713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1714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1715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50" dirty="0"/>
          </a:p>
        </p:txBody>
      </p:sp>
      <p:sp>
        <p:nvSpPr>
          <p:cNvPr id="35" name="bld6_1716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ready.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17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7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7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0" name="bld1_1720"/>
          <p:cNvSpPr txBox="1"/>
          <p:nvPr/>
        </p:nvSpPr>
        <p:spPr>
          <a:xfrm>
            <a:off x="731520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1" name="bld2_17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7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7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4" name="bld2_1724"/>
          <p:cNvSpPr txBox="1"/>
          <p:nvPr/>
        </p:nvSpPr>
        <p:spPr>
          <a:xfrm>
            <a:off x="4515002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15" name="bld3_17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7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7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18" name="bld3_1728"/>
          <p:cNvSpPr txBox="1"/>
          <p:nvPr/>
        </p:nvSpPr>
        <p:spPr>
          <a:xfrm>
            <a:off x="8298485" y="2708819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19" name="bld4_17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7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7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22" name="bld4_1732"/>
          <p:cNvSpPr txBox="1"/>
          <p:nvPr/>
        </p:nvSpPr>
        <p:spPr>
          <a:xfrm>
            <a:off x="731520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23" name="bld5_17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7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7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26" name="bld5_1736"/>
          <p:cNvSpPr txBox="1"/>
          <p:nvPr/>
        </p:nvSpPr>
        <p:spPr>
          <a:xfrm>
            <a:off x="4515002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27" name="bld6_17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7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17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30" name="bld6_1740"/>
          <p:cNvSpPr txBox="1"/>
          <p:nvPr/>
        </p:nvSpPr>
        <p:spPr>
          <a:xfrm>
            <a:off x="8298485" y="4747931"/>
            <a:ext cx="3161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04815" y="1124712"/>
            <a:ext cx="485785" cy="460858"/>
          </a:xfrm>
          <a:prstGeom prst="roundRect">
            <a:avLst>
              <a:gd name="adj" fmla="val 7937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9336497" y="1585570"/>
            <a:ext cx="422422" cy="73737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93382" y="2322942"/>
            <a:ext cx="1508650" cy="3410346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29958" y="3687080"/>
            <a:ext cx="1435498" cy="2009632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04594" y="3482459"/>
            <a:ext cx="1086228" cy="886690"/>
          </a:xfrm>
          <a:prstGeom prst="roundRect">
            <a:avLst>
              <a:gd name="adj" fmla="val 3094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4" name="bld1_174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1_174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6" name="bld1_174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17" name="bld2_174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2_174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19" name="bld2_174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0" name="bld3_174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3_174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2" name="bld3_174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750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75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752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3" name="bld1_1753"/>
          <p:cNvSpPr txBox="1"/>
          <p:nvPr/>
        </p:nvSpPr>
        <p:spPr>
          <a:xfrm>
            <a:off x="731520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14" name="bld2_1754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755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1756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17" name="bld2_1757"/>
          <p:cNvSpPr txBox="1"/>
          <p:nvPr/>
        </p:nvSpPr>
        <p:spPr>
          <a:xfrm>
            <a:off x="300160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18" name="bld3_1758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759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760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21" name="bld3_1761"/>
          <p:cNvSpPr txBox="1"/>
          <p:nvPr/>
        </p:nvSpPr>
        <p:spPr>
          <a:xfrm>
            <a:off x="5271699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22" name="bld4_1762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763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764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25" name="bld4_1765"/>
          <p:cNvSpPr txBox="1"/>
          <p:nvPr/>
        </p:nvSpPr>
        <p:spPr>
          <a:xfrm>
            <a:off x="754178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26" name="bld5_1766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1767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8" name="bld5_1768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29" name="bld5_1769"/>
          <p:cNvSpPr txBox="1"/>
          <p:nvPr/>
        </p:nvSpPr>
        <p:spPr>
          <a:xfrm>
            <a:off x="9811878" y="3117190"/>
            <a:ext cx="164829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77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77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77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3" name="bld1_1773"/>
          <p:cNvSpPr txBox="1"/>
          <p:nvPr/>
        </p:nvSpPr>
        <p:spPr>
          <a:xfrm>
            <a:off x="731520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4" name="bld2_177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77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177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17" name="bld2_1777"/>
          <p:cNvSpPr txBox="1"/>
          <p:nvPr/>
        </p:nvSpPr>
        <p:spPr>
          <a:xfrm>
            <a:off x="3569132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18" name="bld3_177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77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78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21" name="bld3_1781"/>
          <p:cNvSpPr txBox="1"/>
          <p:nvPr/>
        </p:nvSpPr>
        <p:spPr>
          <a:xfrm>
            <a:off x="6406744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22" name="bld4_178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78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78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25" name="bld4_1785"/>
          <p:cNvSpPr txBox="1"/>
          <p:nvPr/>
        </p:nvSpPr>
        <p:spPr>
          <a:xfrm>
            <a:off x="9244355" y="3117190"/>
            <a:ext cx="22158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1" name="bld1_178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bld1_178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3" name="bld1_178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4" name="bld2_178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2_179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6" name="bld2_179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7" name="bld3_179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3_179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19" name="bld3_179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0" name="bld4_179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79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2" name="bld4_179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1798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799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800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0" name="bld1_1801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1" name="bld2_1802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803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1804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14" name="bld2_1805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15" name="bld3_1806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807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808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18" name="bld3_1809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19" name="bld4_1810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811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1" name="bld4_1812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22" name="bld4_1813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23" name="bld5_1814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81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816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26" name="bld5_1817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27" name="bld6_1818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819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6_1820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30" name="bld6_1821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31" name="bld7_1822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823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3" name="bld7_1824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34" name="bld7_1825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35" name="bld8_1826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827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1828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38" name="bld8_1829"/>
          <p:cNvSpPr txBox="1"/>
          <p:nvPr/>
        </p:nvSpPr>
        <p:spPr>
          <a:xfrm>
            <a:off x="9244355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1830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83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832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0" name="bld1_1833"/>
          <p:cNvSpPr txBox="1"/>
          <p:nvPr/>
        </p:nvSpPr>
        <p:spPr>
          <a:xfrm>
            <a:off x="731520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1" name="bld2_1834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835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836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14" name="bld2_1837"/>
          <p:cNvSpPr txBox="1"/>
          <p:nvPr/>
        </p:nvSpPr>
        <p:spPr>
          <a:xfrm>
            <a:off x="3569132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15" name="bld3_1838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839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1840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18" name="bld3_1841"/>
          <p:cNvSpPr txBox="1"/>
          <p:nvPr/>
        </p:nvSpPr>
        <p:spPr>
          <a:xfrm>
            <a:off x="6406744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19" name="bld4_1842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843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1844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22" name="bld4_1845"/>
          <p:cNvSpPr txBox="1"/>
          <p:nvPr/>
        </p:nvSpPr>
        <p:spPr>
          <a:xfrm>
            <a:off x="9244355" y="2708819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23" name="bld5_1846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847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1848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26" name="bld5_1849"/>
          <p:cNvSpPr txBox="1"/>
          <p:nvPr/>
        </p:nvSpPr>
        <p:spPr>
          <a:xfrm>
            <a:off x="731520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27" name="bld6_1850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851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9" name="bld6_1852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30" name="bld6_1853"/>
          <p:cNvSpPr txBox="1"/>
          <p:nvPr/>
        </p:nvSpPr>
        <p:spPr>
          <a:xfrm>
            <a:off x="3569132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31" name="bld7_1854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855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3" name="bld7_1856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34" name="bld7_1857"/>
          <p:cNvSpPr txBox="1"/>
          <p:nvPr/>
        </p:nvSpPr>
        <p:spPr>
          <a:xfrm>
            <a:off x="6406744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35" name="bld8_1858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859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8_1860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38" name="bld8_1861"/>
          <p:cNvSpPr txBox="1"/>
          <p:nvPr/>
        </p:nvSpPr>
        <p:spPr>
          <a:xfrm>
            <a:off x="9244355" y="4747931"/>
            <a:ext cx="22158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86208" y="2706643"/>
            <a:ext cx="522999" cy="52299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5" name="bld1_186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bld1_186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7" name="bld1_186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18" name="bld2_186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2_186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0" name="bld2_186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1" name="bld3_186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3_186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3" name="bld3_187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4" name="bld4_187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4_187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6" name="bld4_187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2026-09-01T11:15:23Z</dcterms:created>
  <dcterms:modified xsi:type="dcterms:W3CDTF">2026-09-01T11:15:23Z</dcterms:modified>
</cp:coreProperties>
</file>